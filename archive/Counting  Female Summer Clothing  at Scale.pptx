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erpconnect.umd.edu/~oard/pdf/cikm10.pdf" TargetMode="External"/><Relationship Id="rId2" Type="http://schemas.openxmlformats.org/officeDocument/2006/relationships/hyperlink" Target="https://nlp.stanford.edu/IR-book/pdf/08eval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lastic.co/docs/api/doc/elasticsearch/operation/operation-count" TargetMode="External"/><Relationship Id="rId2" Type="http://schemas.openxmlformats.org/officeDocument/2006/relationships/hyperlink" Target="https://opster.com/guides/elasticsearch/search-apis/elasticsearch-count-query/" TargetMode="External"/><Relationship Id="rId3" Type="http://schemas.openxmlformats.org/officeDocument/2006/relationships/hyperlink" Target="https://terpconnect.umd.edu/~oard/pdf/cikm10.pdf" TargetMode="External"/><Relationship Id="rId4" Type="http://schemas.openxmlformats.org/officeDocument/2006/relationships/hyperlink" Target="https://nlp.stanford.edu/IR-book/pdf/08eval.pdf" TargetMode="External"/><Relationship Id="rId5" Type="http://schemas.openxmlformats.org/officeDocument/2006/relationships/hyperlink" Target="https://scikit-learn.org/stable/modules/calibration.html" TargetMode="External"/><Relationship Id="rId6" Type="http://schemas.openxmlformats.org/officeDocument/2006/relationships/hyperlink" Target="https://assets.amazon.science/73/50/22098aa04c14958b9bd66901fa64/query-attribute-recommendation-at-amazon-search.pdf" TargetMode="External"/><Relationship Id="rId7" Type="http://schemas.openxmlformats.org/officeDocument/2006/relationships/hyperlink" Target="https://www.reddit.com/r/Rag/comments/1ojkisg/calibrating_reranker_thresholds_in_production_rag/" TargetMode="External"/><Relationship Id="rId8" Type="http://schemas.openxmlformats.org/officeDocument/2006/relationships/hyperlink" Target="https://www.digitalapplied.com/blog/hybrid-search-bm25-vector-reranking-reference-2026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65960"/>
            <a:ext cx="3657600" cy="38404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65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WORKED EXAMPLE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Counting "Female Summer Clothing" at Scale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mechanism narrows 20,000 catalog items toward the true count of ~5,000 (illustrative worked example)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throughout this deck are constructed to teach the mechanism — they are not measured production data.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Framing: which request path is this?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5079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Query-driven relevance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query, top results shown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→ dense → rerank, k=200 pool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browse / facet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"Clothing," filter, paginate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filter+sort on tagged catalog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/ counting (THIS DECK)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many female summer clothing items?"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filter + calibrated classification, no k cap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112745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7091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Goal for this path: </a:t>
            </a:r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validated NUMBER, not a returned list. The system must never enumerate all 5,000 qualifying items — it must count them.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1161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20,000 catalog items to a validated count of 4,950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11640312" cy="402336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" y="704088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0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catalog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3192" y="932688"/>
            <a:ext cx="8750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population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9262872" y="740664"/>
            <a:ext cx="260604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740664"/>
            <a:ext cx="24780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clothing items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12180" y="1088136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161288"/>
            <a:ext cx="11640312" cy="6400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188720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1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decomposition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1417320"/>
            <a:ext cx="8750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attribute/query decomposition (grounded vs. ungrounded terms)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"female summer clothing" → gender ∈ {female, unisex}, season = summer, category = clothing (given)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262872" y="1225296"/>
            <a:ext cx="2606040" cy="51206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225296"/>
            <a:ext cx="2478024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→ 3 grounded attributes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12180" y="1810512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1883664"/>
            <a:ext cx="11640312" cy="9144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1911096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2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filter (exact match)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" y="2139696"/>
            <a:ext cx="8750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Boolean AND filter on tagged catalog via count-only API (Elasticsearch/OpenSearch _count, or SQL COUNT) — no documents retrieved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non-matches excluded: 6,950 (opposite tags: male-only, or winter/fall/spring-only)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(ambiguous/incomplete tags) = 20,000 − 3,650 − 6,950 = 9,400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262872" y="1947672"/>
            <a:ext cx="2606040" cy="7863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947672"/>
            <a:ext cx="2478024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in → 3,650 confident matches out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12180" y="2807208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880360"/>
            <a:ext cx="11640312" cy="9144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2907792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3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recall sweep over the 9,400 residual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" y="3136392"/>
            <a:ext cx="8750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BM25 (keyword: "sundress," "sleeveless," "linen shorts," "swimwear") + ColBERT-style dense scoring, fused via RRF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sweep of all 9,400 residual items — no small display-oriented k cap; goal is recall, not a display page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6,800 residual items dropped as confidently irrelevant by fused score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9262872" y="2944368"/>
            <a:ext cx="2606040" cy="7863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944368"/>
            <a:ext cx="2478024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9,400 in → 2,600 plausible-zone candidates out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12180" y="3803904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3877056"/>
            <a:ext cx="11640312" cy="768096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" y="3904488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4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Calibrated cross-encoder classification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93192" y="4133088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cross-encoder reranker used AS a classifier (not a ranker) over the 2,600 plausible-zone candidates, scored vs. "female summer clothing"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+ isotonic calibration; validated per-category threshold t applied as a binary cutoff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262872" y="3941064"/>
            <a:ext cx="260604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3941064"/>
            <a:ext cx="247802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in → 1,300 pass threshold 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12180" y="4654296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4727448"/>
            <a:ext cx="11640312" cy="676656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" y="4754880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5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 count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3192" y="4983480"/>
            <a:ext cx="8750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simple sum, no retrieval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3,650 (Box 2 exact matches) + 1,300 (Box 4 classified matches) = 4,950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9262872" y="4791456"/>
            <a:ext cx="260604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0" y="4791456"/>
            <a:ext cx="247802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4,950 returned to user as a NUMBER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12180" y="5413248"/>
            <a:ext cx="164592" cy="64008"/>
          </a:xfrm>
          <a:prstGeom prst="downArrow">
            <a:avLst/>
          </a:prstGeom>
          <a:solidFill>
            <a:srgbClr val="5B5A55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5486400"/>
            <a:ext cx="11640312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" y="5513832"/>
            <a:ext cx="8750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FE0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 xml:space="preserve">BOX 6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/ stratified audit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3192" y="5742432"/>
            <a:ext cx="8750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stratified random sample (n=200) across 3 buckets (exact-match, plausible-zone-pass, plausible-zone-fail), hand/LLM-labeled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pipeline precision ≈97%, recall ≈95%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EA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true count ≈ [4,820, 5,080] — contains true value 5,000, confirming 4,950 is validated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9262872" y="5550408"/>
            <a:ext cx="2606040" cy="786384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5550408"/>
            <a:ext cx="2478024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4,950 confirmed within 95% CI [4,820, 5,080]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detail: mechanism rationale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574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97480"/>
                <a:gridCol w="2148840"/>
                <a:gridCol w="4462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→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mechanism (not another)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1 — Query decomposition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Attribute/query decomposition (grounded vs. ungrounded terms)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query → 3 grounded attributes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a free-text query into filterable attributes before any scoring happens — grounds the search in the catalog schema.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2 — Structured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AND filter, count-only API (_count / SQL 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→ 3,650 confident 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cheap, high-precision — but undercounts because attribute tagging coverage is incomplete (schema gap), so it alone can't reach 5,000.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3 — Hybrid recall sweep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ColBERT-style dense, fused via RRF, full sweep (no k cap)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9,400 residual → 2,600 plausible-zone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to recover residual items structured tags missed; must score the FULL residual since any of the 9,400 could be a true member — kept generous/high-recall since it's a cheap pre-filter, not the final decision.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4 — Cross-encoder +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cross-encoder classifier (Platt + isotonic), threshold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2,600 → 1,300 pass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Expensive, so only run on the shrunk 2,600 plausible zone, not the full 9,400 or 20,000. Uses a calibrated threshold (classifier), not a rank cutoff, since we need a membership decision per item.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5 — Aggregate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sum, no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3,650 + 1,300 = 4,950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Counting is decoupled from retrieval — once each item is classified, count is arithmetic, not a search operation.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6 — Validation /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random sample (n=200), hand/LLM-labeled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4,950 → 95% CI [4,820, 5,080]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is never fully known in production; stratified sampling estimates pipeline precision/recall so the count is auditable, not just asserted.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t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methodology: stratified sampling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sampling, not exhaustive review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for a 20,000-item catalog is never fully known in production. The TREC Legal Track established the precedent of estimating total relevant-document counts in large collections via statistical sampling rather than exhaustive manual review — the same logic applies here.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recall, defined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standard IR definitions, precision is the fraction of items the pipeline labeled as matches that are truly matches; recall is the fraction of true matches the pipeline successfully labeled. Both are estimated from the labeled sample, not assumed.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sample is drawn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stratified random sample of n=200 is drawn across the three pipeline buckets — exact-match, plausible-zone-pass, and plausible-zone-fail — then hand/LLM-labeled to check each item's true membership.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371600"/>
            <a:ext cx="4846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4447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= 200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0" y="1938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 size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2487168"/>
            <a:ext cx="4846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97%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30540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precision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3602736"/>
            <a:ext cx="4846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675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95%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32320" y="4169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recall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4718304"/>
            <a:ext cx="4846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7914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[4,820, 5,080]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32320" y="5285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true count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58795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95% CI [4,820, 5,080] contains the true value of 5,000 — confirming 4,950 is a validated estimate, not just a point guess.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algn="l" indent="0" marL="0">
              <a:buNone/>
            </a:pPr>
            <a:r>
              <a:rPr lang="en-US" sz="900" i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TREC Legal Track (sampling-based estimation)</a:t>
            </a:r>
            <a:pPr algn="l" indent="0" marL="0">
              <a:buNone/>
            </a:pPr>
            <a:r>
              <a:rPr lang="en-US" sz="900" i="1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algn="l" indent="0" marL="0">
              <a:buNone/>
            </a:pPr>
            <a:r>
              <a:rPr lang="en-US" sz="900" i="1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Stanford IR Book — Evaluation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9326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1560" y="1417320"/>
            <a:ext cx="10680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17320"/>
            <a:ext cx="10222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returns a number, never a list — no k, no top-N cutoff anywhere in this path.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78024"/>
            <a:ext cx="502920" cy="9326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78024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51560" y="2478024"/>
            <a:ext cx="10680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478024"/>
            <a:ext cx="10222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cheap deterministic filtering (structured tags, exact count API) with expensive calibrated classification (cross-encoder + threshold) only on the shrunk residual — never run the expensive step on the full catalog.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502920" cy="9326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51560" y="3538728"/>
            <a:ext cx="10680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538728"/>
            <a:ext cx="10222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recall sweep's job is to shrink the population cheaply before the expensive step, not to make the final membership decision itself.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599432"/>
            <a:ext cx="502920" cy="9326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99432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51560" y="4599432"/>
            <a:ext cx="10680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599432"/>
            <a:ext cx="10222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validated threshold t (Platt + isotonic calibrated) is the actual membership decision — not an elbow/knee cutoff, which fails on smooth score curves common in broad categories.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660136"/>
            <a:ext cx="502920" cy="93268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660136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51560" y="5660136"/>
            <a:ext cx="10680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660136"/>
            <a:ext cx="10222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ground truth is rarely known exactly in production, validate the resulting count via a stratified sampling audit (not exhaustive labeling) to get a confidence interval, not just a point estimate.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Elasticsearch Count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Elasticsearch Count Query optimization (Opster)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TREC Legal Track — sampling-based estimation of relevant document 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7238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Stanford IR Book — Evaluation in Information Retrieval (precision/recall)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3931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probability calibration (Platt + isotonic)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query attribute recommendation (query decomposition)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7731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Calibrating reranker thresholds in production RAG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3400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40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 search: BM25 + vector + reranking 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48872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2026-08-12T18:39:01Z</dcterms:created>
  <dcterms:modified xsi:type="dcterms:W3CDTF">2026-08-12T18:39:01Z</dcterms:modified>
</cp:coreProperties>
</file>